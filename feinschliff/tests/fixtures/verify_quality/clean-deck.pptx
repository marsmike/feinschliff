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000" y="330200"/>
            <a:ext cx="139700" cy="165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355600"/>
            <a:ext cx="1905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 spc="9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85000" y="355600"/>
            <a:ext cx="4572000" cy="1714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545F70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5000" y="1397000"/>
            <a:ext cx="10922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0B1A33"/>
                </a:solidFill>
                <a:latin typeface="Noto Sans Mono"/>
              </a:rPr>
              <a:t>LAYOUT · EXECUTIVE SUMMARY</a:t>
            </a:r>
          </a:p>
        </p:txBody>
      </p:sp>
      <p:sp>
        <p:nvSpPr>
          <p:cNvPr id="7" name="feinschliff-title-title"/>
          <p:cNvSpPr txBox="1"/>
          <p:nvPr/>
        </p:nvSpPr>
        <p:spPr>
          <a:xfrm>
            <a:off x="635000" y="1651000"/>
            <a:ext cx="10922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50" b="1" spc="-27">
                <a:solidFill>
                  <a:srgbClr val="0B1A33"/>
                </a:solidFill>
                <a:latin typeface="Noto Sans"/>
              </a:rPr>
              <a:t>One-line summary statement that frames the entire deck.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" y="2286000"/>
            <a:ext cx="10922000" cy="381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Two-to-three-sentence paragraph that elaborates on the headline and points to the supporting evidence.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0" y="3175000"/>
            <a:ext cx="508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365500"/>
            <a:ext cx="5334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798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400" y="34544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Insight 1.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7400" y="37084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insight 1.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" y="39624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7400" y="39370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Insight 2.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7400" y="41910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insight 2.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44450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7400" y="44196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Insight 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7400" y="46736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insight 3.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000" y="49276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7400" y="4902200"/>
            <a:ext cx="5080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Insight 4.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7400" y="5156200"/>
            <a:ext cx="5080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insight 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0000" y="3175000"/>
            <a:ext cx="508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0000" y="33655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50000" y="34798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2400" y="3454400"/>
            <a:ext cx="495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Next step 1.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02400" y="3708400"/>
            <a:ext cx="4953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next step 1.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50000" y="39624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2400" y="3937000"/>
            <a:ext cx="495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Next step 2.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02400" y="4191000"/>
            <a:ext cx="4953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next step 2.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0" y="44450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02400" y="4419600"/>
            <a:ext cx="495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Next step 3.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02400" y="4673600"/>
            <a:ext cx="4953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next step 3.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0000" y="4927600"/>
            <a:ext cx="76200" cy="76200"/>
          </a:xfrm>
          <a:prstGeom prst="rect">
            <a:avLst/>
          </a:prstGeom>
          <a:solidFill>
            <a:srgbClr val="C9A24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02400" y="4902200"/>
            <a:ext cx="4953000" cy="25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spc="-19">
                <a:solidFill>
                  <a:srgbClr val="0B1A33"/>
                </a:solidFill>
                <a:latin typeface="Noto Sans Medium"/>
              </a:rPr>
              <a:t>Next step 4.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02400" y="5156200"/>
            <a:ext cx="4953000" cy="1905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2D3A52"/>
                </a:solidFill>
                <a:latin typeface="Noto Sans"/>
              </a:rPr>
              <a:t>Description of next step 4.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5000" y="5461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5461000"/>
            <a:ext cx="6350" cy="508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747000" y="5461000"/>
            <a:ext cx="6350" cy="508000"/>
          </a:xfrm>
          <a:prstGeom prst="rect">
            <a:avLst/>
          </a:prstGeom>
          <a:solidFill>
            <a:srgbClr val="D6D1C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5000" y="55245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51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59000" y="56769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D3A52"/>
                </a:solidFill>
                <a:latin typeface="Noto Sans Light"/>
              </a:rPr>
              <a:t>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67000" y="56769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KPI LABEL 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45000" y="55245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2M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969000" y="56769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D3A52"/>
                </a:solidFill>
                <a:latin typeface="Noto Sans Light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0000" y="5676900"/>
            <a:ext cx="127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KPI LABEL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01000" y="5524500"/>
            <a:ext cx="1524000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6000" b="0" spc="-179">
                <a:solidFill>
                  <a:srgbClr val="0B1A33"/>
                </a:solidFill>
                <a:latin typeface="Noto Sans Light"/>
              </a:rPr>
              <a:t>37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5000" y="5676900"/>
            <a:ext cx="381000" cy="20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0">
                <a:solidFill>
                  <a:srgbClr val="2D3A52"/>
                </a:solidFill>
                <a:latin typeface="Noto Sans Light"/>
              </a:rPr>
              <a:t/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06000" y="5676900"/>
            <a:ext cx="1524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 spc="112">
                <a:solidFill>
                  <a:srgbClr val="8A6F2E"/>
                </a:solidFill>
                <a:latin typeface="Noto Sans Mono"/>
              </a:rPr>
              <a:t>KPI LABEL 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5000" y="6350000"/>
            <a:ext cx="5080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0000" y="6350000"/>
            <a:ext cx="3937000" cy="152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20000"/>
              </a:lnSpc>
            </a:pPr>
            <a:r>
              <a:rPr sz="800" b="0">
                <a:solidFill>
                  <a:srgbClr val="2D3A52"/>
                </a:solidFill>
                <a:latin typeface="Noto Sans Mono"/>
              </a:rPr>
              <a:t>SLIDE 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